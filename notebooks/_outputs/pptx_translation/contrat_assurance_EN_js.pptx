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Cf. article 5 du contrat pour le détail des plafonds.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Insurance Contract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General Conditions — 2026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Main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IA coverage (Individual Accident)</a:t>
            </a:r>
          </a:p>
          <a:p>
            <a:r>
              <a:t>BI coverage (Business Interruption)</a:t>
            </a:r>
          </a:p>
          <a:p>
            <a:r>
              <a:t>Civil Liability (RC)</a:t>
            </a:r>
          </a:p>
          <a:p>
            <a:r>
              <a:rPr b="1">
                <a:solidFill>
                  <a:srgbClr val="C0392B"/>
                </a:solidFill>
              </a:rPr>
              <a:t>Overall limit: 200,000 EUR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Deductible and deadlines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applicable deductible is </a:t>
            </a:r>
            <a:r>
              <a:rPr b="1"/>
              <a:t>300 EUR per claim</a:t>
            </a:r>
            <a:r>
              <a:t>. Any claim must be reported within </a:t>
            </a:r>
            <a:r>
              <a:rPr i="1">
                <a:solidFill>
                  <a:srgbClr val="1F497D"/>
                </a:solidFill>
              </a:rPr>
              <a:t>5 business days</a:t>
            </a:r>
            <a:r>
              <a:t>.</a:t>
            </a:r>
          </a:p>
          <a:p>
            <a:r>
              <a:rPr b="1">
                <a:solidFill>
                  <a:srgbClr val="C0392B"/>
                </a:solidFill>
              </a:rPr>
              <a:t>IMPORTANT: </a:t>
            </a:r>
            <a:r>
              <a:t>failure to meet this deadline forfeits coverage.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Coverage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71500">
                <a:tc>
                  <a:txBody>
                    <a:bodyPr/>
                    <a:lstStyle/>
                    <a:p>
                      <a:r>
                        <a:t>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Deductible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IA — Individual Accident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50,000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300 EUR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BI — Business Interruption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100,000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1,000 EUR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RC — Civil Liability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200,000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 EUR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