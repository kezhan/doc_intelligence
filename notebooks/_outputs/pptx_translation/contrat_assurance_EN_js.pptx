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Cf. article 5 du contrat pour le détail des plafonds.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Insurance Contract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General Conditions — 2026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Main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 coverage (Individual Accident)</a:t>
            </a:r>
          </a:p>
          <a:p>
            <a:r>
              <a:t>BI coverage (Business Interruption)</a:t>
            </a:r>
          </a:p>
          <a:p>
            <a:r>
              <a:t>Civil Liability (RC)</a:t>
            </a:r>
          </a:p>
          <a:p>
            <a:r>
              <a:rPr b="1">
                <a:solidFill>
                  <a:srgbClr val="C0392B"/>
                </a:solidFill>
              </a:rPr>
              <a:t>Overall limit: 200,000 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Deductible and deadlines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applicable deductible is </a:t>
            </a:r>
            <a:r>
              <a:rPr b="1"/>
              <a:t>300 EUR per claim</a:t>
            </a:r>
            <a:r>
              <a:t>. Any claim must be reported within </a:t>
            </a:r>
            <a:r>
              <a:rPr i="1">
                <a:solidFill>
                  <a:srgbClr val="1F497D"/>
                </a:solidFill>
              </a:rPr>
              <a:t>5 business days</a:t>
            </a:r>
            <a:r>
              <a:t>.</a:t>
            </a:r>
          </a:p>
          <a:p>
            <a:r>
              <a:rPr b="1">
                <a:solidFill>
                  <a:srgbClr val="C0392B"/>
                </a:solidFill>
              </a:rPr>
              <a:t>IMPORTANT: </a:t>
            </a:r>
            <a:r>
              <a:t>failure to meet this deadline forfeits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Coverage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r>
                        <a:t>Garantie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Plafond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Franchise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IA — Individual Accident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50 000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 EUR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BI — Business Interruption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1 000 EUR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RC — Responsabilité Civile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200 000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EUR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