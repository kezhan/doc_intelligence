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Cf. article 5 du contrat pour le détail des plafonds.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Contrat d'assurance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Conditions Générales — Présentation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Garanties principales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Garantie IA (Individual Accident)</a:t>
            </a:r>
          </a:p>
          <a:p>
            <a:r>
              <a:t>Garantie BI (Business Interruption)</a:t>
            </a:r>
          </a:p>
          <a:p>
            <a:r>
              <a:t>Responsabilité Civile (RC)</a:t>
            </a:r>
          </a:p>
          <a:p>
            <a:r>
              <a:rPr b="1">
                <a:solidFill>
                  <a:srgbClr val="C0392B"/>
                </a:solidFill>
              </a:rPr>
              <a:t>Plafond global : 200 000 EUR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Franchise et délais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La franchise applicable est de </a:t>
            </a:r>
            <a:r>
              <a:rPr b="1"/>
              <a:t>300 EUR par sinistre</a:t>
            </a:r>
            <a:r>
              <a:t>. Toute déclaration doit intervenir dans un délai de </a:t>
            </a:r>
            <a:r>
              <a:rPr i="1">
                <a:solidFill>
                  <a:srgbClr val="1F497D"/>
                </a:solidFill>
              </a:rPr>
              <a:t>5 jours ouvrés</a:t>
            </a:r>
            <a:r>
              <a:t>.</a:t>
            </a:r>
          </a:p>
          <a:p>
            <a:r>
              <a:rPr b="1">
                <a:solidFill>
                  <a:srgbClr val="C0392B"/>
                </a:solidFill>
              </a:rPr>
              <a:t>IMPORTANT : </a:t>
            </a:r>
            <a:r>
              <a:t>le non-respect de ce délai entraîne la déchéance de garantie.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Tableau des garanties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571500">
                <a:tc>
                  <a:txBody>
                    <a:bodyPr/>
                    <a:lstStyle/>
                    <a:p>
                      <a:r>
                        <a:t>Garantie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Plafond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Franchise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IA — Individual Accident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50 000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300 EUR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BI — Business Interruption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100 000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1 000 EUR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/>
                    <a:lstStyle/>
                    <a:p>
                      <a:r>
                        <a:t>RC — Responsabilité Civile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200 000 EUR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0 EUR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